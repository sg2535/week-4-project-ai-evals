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C4A"/>
                </a:solidFill>
              </a:defRPr>
            </a:pPr>
            <a:r>
              <a:t>Market Compare Analysis Agent — Evaluation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Lyzr agent + LangSmith golden dataset, tracing, failure analysis, and regression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73152" cy="2011680"/>
          </a:xfrm>
          <a:prstGeom prst="rect">
            <a:avLst/>
          </a:prstGeom>
          <a:solidFill>
            <a:srgbClr val="347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3138488" cy="16850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rPr dirty="0"/>
              <a:t>What I Built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/>
              <a:t>Multi-agent market research workflow in </a:t>
            </a:r>
            <a:r>
              <a:rPr dirty="0" err="1"/>
              <a:t>Lyzr</a:t>
            </a:r>
            <a:endParaRPr lang="en-SG" dirty="0"/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lang="en-SG" dirty="0"/>
              <a:t> (Week 3 project)</a:t>
            </a:r>
            <a:endParaRPr dirty="0"/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/>
              <a:t>40-case golden evaluation dataset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/>
              <a:t>Python bridge between </a:t>
            </a:r>
            <a:r>
              <a:rPr dirty="0" err="1"/>
              <a:t>Lyzr</a:t>
            </a:r>
            <a:r>
              <a:rPr dirty="0"/>
              <a:t> API and</a:t>
            </a:r>
            <a:endParaRPr lang="en-SG" dirty="0"/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/>
              <a:t> </a:t>
            </a:r>
            <a:r>
              <a:rPr dirty="0" err="1"/>
              <a:t>LangSmith</a:t>
            </a:r>
            <a:r>
              <a:rPr dirty="0"/>
              <a:t>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73152" cy="2011680"/>
          </a:xfrm>
          <a:prstGeom prst="rect">
            <a:avLst/>
          </a:prstGeom>
          <a:solidFill>
            <a:srgbClr val="2E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55648"/>
            <a:ext cx="3342325" cy="1415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rPr dirty="0"/>
              <a:t>What I Validated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 err="1"/>
              <a:t>Lyzr</a:t>
            </a:r>
            <a:r>
              <a:rPr dirty="0"/>
              <a:t> API inference returned successful responses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 err="1"/>
              <a:t>LangSmith</a:t>
            </a:r>
            <a:r>
              <a:rPr dirty="0"/>
              <a:t> tracing worked end-to-end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/>
              <a:t>One-row </a:t>
            </a:r>
            <a:r>
              <a:rPr dirty="0" err="1"/>
              <a:t>LangSmith</a:t>
            </a:r>
            <a:r>
              <a:rPr dirty="0"/>
              <a:t> dataset experiment </a:t>
            </a:r>
            <a:endParaRPr lang="en-SG" dirty="0"/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rPr dirty="0"/>
              <a:t>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600200"/>
            <a:ext cx="73152" cy="2011680"/>
          </a:xfrm>
          <a:prstGeom prst="rect">
            <a:avLst/>
          </a:prstGeom>
          <a:solidFill>
            <a:srgbClr val="914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755648"/>
            <a:ext cx="3017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Submission Approach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Human ground truth + model prediction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PASS/FAIL + failure categories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Prompt fix followed by regression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10730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C4A"/>
                </a:solidFill>
              </a:defRPr>
            </a:pPr>
            <a:r>
              <a:rPr dirty="0"/>
              <a:t>Goal: use evals to identify where the agent fails, make a targeted improvement, and prove the fix does not regress</a:t>
            </a:r>
            <a:endParaRPr lang="en-SG" dirty="0"/>
          </a:p>
          <a:p>
            <a:pPr>
              <a:defRPr sz="1800" b="1">
                <a:solidFill>
                  <a:srgbClr val="192C4A"/>
                </a:solidFill>
              </a:defRPr>
            </a:pPr>
            <a:r>
              <a:rPr dirty="0"/>
              <a:t>previously passing behavior.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Market Compare Agent Evaluation |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C4A"/>
                </a:solidFill>
              </a:defRPr>
            </a:pPr>
            <a:r>
              <a:t>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The golden dataset tests both normal market-comparison behavior and high-risk failure modes.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73152" cy="1508760"/>
          </a:xfrm>
          <a:prstGeom prst="rect">
            <a:avLst/>
          </a:prstGeom>
          <a:solidFill>
            <a:srgbClr val="347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64207"/>
            <a:ext cx="297180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Comparison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Features, strengths, weaknesses, matrices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508760"/>
            <a:ext cx="73152" cy="1508760"/>
          </a:xfrm>
          <a:prstGeom prst="rect">
            <a:avLst/>
          </a:prstGeom>
          <a:solidFill>
            <a:srgbClr val="914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664207"/>
            <a:ext cx="297180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Decision Quality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Recommendations, ranking, enterprise 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087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1508760"/>
            <a:ext cx="73152" cy="1508760"/>
          </a:xfrm>
          <a:prstGeom prst="rect">
            <a:avLst/>
          </a:prstGeom>
          <a:solidFill>
            <a:srgbClr val="E0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664207"/>
            <a:ext cx="297180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Commercial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Pricing, TCO, ROI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73152" cy="1508760"/>
          </a:xfrm>
          <a:prstGeom prst="rect">
            <a:avLst/>
          </a:prstGeom>
          <a:solidFill>
            <a:srgbClr val="1F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30168"/>
            <a:ext cx="297180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Uncertainty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Missing data, ambiguity, conflicting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3474720"/>
            <a:ext cx="73152" cy="150876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630168"/>
            <a:ext cx="297180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Bias / Hallucination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Leading questions, fake pricing/features/statistics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474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474720"/>
            <a:ext cx="73152" cy="1508760"/>
          </a:xfrm>
          <a:prstGeom prst="rect">
            <a:avLst/>
          </a:prstGeom>
          <a:solidFill>
            <a:srgbClr val="2E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3630168"/>
            <a:ext cx="297180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Executive Output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Final decision and leadership recommendation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394960"/>
            <a:ext cx="81381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11680" y="5394960"/>
            <a:ext cx="73152" cy="777240"/>
          </a:xfrm>
          <a:prstGeom prst="rect">
            <a:avLst/>
          </a:prstGeom>
          <a:solidFill>
            <a:srgbClr val="19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0280" y="5550408"/>
            <a:ext cx="7726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Human Evaluation Fields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Ground truth → Model prediction → PASS/FAIL → Failure category → Notes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Market Compare Agent Evaluation |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C4A"/>
                </a:solidFill>
              </a:defRPr>
            </a:pPr>
            <a:r>
              <a:t>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The evaluation infrastructure is working; the full automated run was limited by Lyzr API credits.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474EB"/>
                </a:solidFill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82D37"/>
                </a:solidFill>
              </a:defRPr>
            </a:pPr>
            <a:r>
              <a:t>Golden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554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E915C"/>
                </a:solidFill>
              </a:defRPr>
            </a:pPr>
            <a:r>
              <a:t>1/1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82D37"/>
                </a:solidFill>
              </a:defRPr>
            </a:pPr>
            <a:r>
              <a:t>Validated experiment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148E1"/>
                </a:solidFill>
              </a:defRPr>
            </a:pPr>
            <a:r>
              <a:t>8.80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82D37"/>
                </a:solidFill>
              </a:defRPr>
            </a:pPr>
            <a:r>
              <a:t>Observed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417320"/>
            <a:ext cx="2468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15544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E08432"/>
                </a:solidFill>
              </a:defRPr>
            </a:pPr>
            <a:r>
              <a:t>402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82D37"/>
                </a:solidFill>
              </a:defRPr>
            </a:pPr>
            <a:r>
              <a:t>Payment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46120"/>
            <a:ext cx="5166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246120"/>
            <a:ext cx="73152" cy="2057400"/>
          </a:xfrm>
          <a:prstGeom prst="rect">
            <a:avLst/>
          </a:prstGeom>
          <a:solidFill>
            <a:srgbClr val="2E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401568"/>
            <a:ext cx="475488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Key Learning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Initial dataset run exposed a nested input-schema mismatch.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The input parser was corrected and a one-row experiment succeeded.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This demonstrated that evals also test integration reliability.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771044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246120"/>
            <a:ext cx="73152" cy="2057400"/>
          </a:xfrm>
          <a:prstGeom prst="rect">
            <a:avLst/>
          </a:prstGeom>
          <a:solidFill>
            <a:srgbClr val="E08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401568"/>
            <a:ext cx="475488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Current Constraint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The corrected full regression run reached HTTP 402 from Lyzr.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Therefore the earlier 40/40 shell is not treated as 40 successful model evaluations.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The remaining submission uses representative cases and human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Market Compare Agent Evaluation |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C4A"/>
                </a:solidFill>
              </a:defRPr>
            </a:pPr>
            <a:r>
              <a:t>Failure Analysis → Fix →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The submission demonstrates the complete improvement loop, not just a dataset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347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2926079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1. Baseline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Run representative golden cases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Compare model output with expected behavior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Assign PASS/FAIL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Group failures by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3566160"/>
          </a:xfrm>
          <a:prstGeom prst="rect">
            <a:avLst/>
          </a:prstGeom>
          <a:solidFill>
            <a:srgbClr val="914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572768"/>
            <a:ext cx="2926079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2. Targeted Fix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Select the highest-impact failure category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Update Lyzr prompt/router instructions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Example: evidence &amp; uncertainty control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Capture before/after prompt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83879" y="1417320"/>
            <a:ext cx="73152" cy="3566160"/>
          </a:xfrm>
          <a:prstGeom prst="rect">
            <a:avLst/>
          </a:prstGeom>
          <a:solidFill>
            <a:srgbClr val="2E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572768"/>
            <a:ext cx="2926079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3. Regression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Re-run the failed examples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Re-run ≥1 previously passing control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Compare baseline vs post-fix results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Capture LangSmith experiment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C4A"/>
                </a:solidFill>
              </a:defRPr>
            </a:pPr>
            <a:r>
              <a:t>Optional LLM-as-a-Judge is not required; human PASS/FAIL labels satisfy the core submission.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Market Compare Agent Evaluation |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C4A"/>
                </a:solidFill>
              </a:defRPr>
            </a:pPr>
            <a:r>
              <a:t>Submission Evidence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What will be included in the final project package.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4206240"/>
          </a:xfrm>
          <a:prstGeom prst="rect">
            <a:avLst/>
          </a:prstGeom>
          <a:solidFill>
            <a:srgbClr val="347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4846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Submission Evidence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Completed spreadsheet with corrected ground truth and model predictions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PASS/FAIL labels and participant-assigned failure categories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Failure-category summary and highest-priority improvement area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Prompt/router change and targeted failure category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Regression results: failed cases + previously passing control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LangSmith screenshots: dataset, baseline, failed case, improved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578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B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4206240"/>
          </a:xfrm>
          <a:prstGeom prst="rect">
            <a:avLst/>
          </a:prstGeom>
          <a:solidFill>
            <a:srgbClr val="914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C4A"/>
                </a:solidFill>
              </a:defRPr>
            </a:pPr>
            <a:r>
              <a:t>Next Steps Beyond Submission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Complete the full 40-case regression suite when Lyzr credits are available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Add deterministic code evaluators for objective checks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Use selective LLM-as-a-Judge for recommendation quality and balance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Evaluate retrieval and sub-agent routing separately</a:t>
            </a:r>
          </a:p>
          <a:p>
            <a:pPr>
              <a:spcBef>
                <a:spcPts val="600"/>
              </a:spcBef>
              <a:defRPr sz="1250">
                <a:solidFill>
                  <a:srgbClr val="282D37"/>
                </a:solidFill>
              </a:defRPr>
            </a:pPr>
            <a:r>
              <a:t>Track quality, latency, cost, and regressions across agent versions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9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9282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Market Compare Agent Evaluation |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550</Words>
  <Application>Microsoft Office PowerPoint</Application>
  <PresentationFormat>Widescreen</PresentationFormat>
  <Paragraphs>91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Sridevi Gulla</cp:lastModifiedBy>
  <cp:revision>4</cp:revision>
  <dcterms:created xsi:type="dcterms:W3CDTF">2013-01-27T09:14:16Z</dcterms:created>
  <dcterms:modified xsi:type="dcterms:W3CDTF">2026-09-13T08:44:02Z</dcterms:modified>
  <cp:category/>
</cp:coreProperties>
</file>